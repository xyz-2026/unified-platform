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Poppins Medium" charset="1" panose="00000600000000000000"/>
      <p:regular r:id="rId7"/>
    </p:embeddedFont>
    <p:embeddedFont>
      <p:font typeface="Glacial Indifference" charset="1" panose="00000000000000000000"/>
      <p:regular r:id="rId8"/>
    </p:embeddedFont>
    <p:embeddedFont>
      <p:font typeface="Poppins Semi-Bold" charset="1" panose="000007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01019">
            <a:off x="6235749" y="-3676864"/>
            <a:ext cx="8130974" cy="8627029"/>
          </a:xfrm>
          <a:custGeom>
            <a:avLst/>
            <a:gdLst/>
            <a:ahLst/>
            <a:cxnLst/>
            <a:rect r="r" b="b" t="t" l="l"/>
            <a:pathLst>
              <a:path h="8627029" w="8130974">
                <a:moveTo>
                  <a:pt x="0" y="0"/>
                </a:moveTo>
                <a:lnTo>
                  <a:pt x="8130975" y="0"/>
                </a:lnTo>
                <a:lnTo>
                  <a:pt x="8130975" y="8627029"/>
                </a:lnTo>
                <a:lnTo>
                  <a:pt x="0" y="8627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379309">
            <a:off x="-4610557" y="1606023"/>
            <a:ext cx="8130974" cy="8627029"/>
          </a:xfrm>
          <a:custGeom>
            <a:avLst/>
            <a:gdLst/>
            <a:ahLst/>
            <a:cxnLst/>
            <a:rect r="r" b="b" t="t" l="l"/>
            <a:pathLst>
              <a:path h="8627029" w="8130974">
                <a:moveTo>
                  <a:pt x="0" y="0"/>
                </a:moveTo>
                <a:lnTo>
                  <a:pt x="8130974" y="0"/>
                </a:lnTo>
                <a:lnTo>
                  <a:pt x="8130974" y="8627029"/>
                </a:lnTo>
                <a:lnTo>
                  <a:pt x="0" y="8627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2418951" y="3366358"/>
            <a:ext cx="585409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533673" y="546450"/>
            <a:ext cx="7624655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5"/>
              </a:lnSpc>
            </a:pPr>
            <a:r>
              <a:rPr lang="en-US" b="true" sz="3500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Certificate of Publication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9524" y="3680683"/>
            <a:ext cx="8112952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"/>
              </a:lnSpc>
            </a:pPr>
            <a:r>
              <a:rPr lang="en-US" b="true" sz="1614" spc="161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 THIER PUBLICATION OF [RESEARCH] FOR THE [JOURNAL] AT SIIMPLIFIED SCHOOL OF RESEARCHERS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58491" y="2569795"/>
            <a:ext cx="557501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0"/>
              </a:lnSpc>
            </a:pPr>
            <a:r>
              <a:rPr lang="en-US" b="true" sz="3000" spc="120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[NAME]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66862" y="6530696"/>
            <a:ext cx="3958276" cy="27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"/>
              </a:lnSpc>
            </a:pPr>
            <a:r>
              <a:rPr lang="en-US" sz="1614" spc="242">
                <a:solidFill>
                  <a:srgbClr val="26323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SAMKIT SHAH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836" y="1577210"/>
            <a:ext cx="8402327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"/>
              </a:lnSpc>
            </a:pPr>
            <a:r>
              <a:rPr lang="en-US" b="true" sz="1614" spc="161">
                <a:solidFill>
                  <a:srgbClr val="26323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CERTIFICATE RECOGNIZES THE CONTRIBUTION OF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27417" y="6190902"/>
            <a:ext cx="2437165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"/>
              </a:lnSpc>
            </a:pPr>
            <a:r>
              <a:rPr lang="en-US" b="true" sz="1614" spc="161">
                <a:solidFill>
                  <a:srgbClr val="26323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FOUNDER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707970" y="400240"/>
            <a:ext cx="1389012" cy="1237935"/>
          </a:xfrm>
          <a:custGeom>
            <a:avLst/>
            <a:gdLst/>
            <a:ahLst/>
            <a:cxnLst/>
            <a:rect r="r" b="b" t="t" l="l"/>
            <a:pathLst>
              <a:path h="1237935" w="1389012">
                <a:moveTo>
                  <a:pt x="0" y="0"/>
                </a:moveTo>
                <a:lnTo>
                  <a:pt x="1389012" y="0"/>
                </a:lnTo>
                <a:lnTo>
                  <a:pt x="1389012" y="1237935"/>
                </a:lnTo>
                <a:lnTo>
                  <a:pt x="0" y="1237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98068">
            <a:off x="4681472" y="5147013"/>
            <a:ext cx="1329057" cy="907134"/>
          </a:xfrm>
          <a:custGeom>
            <a:avLst/>
            <a:gdLst/>
            <a:ahLst/>
            <a:cxnLst/>
            <a:rect r="r" b="b" t="t" l="l"/>
            <a:pathLst>
              <a:path h="907134" w="1329057">
                <a:moveTo>
                  <a:pt x="0" y="0"/>
                </a:moveTo>
                <a:lnTo>
                  <a:pt x="1329056" y="0"/>
                </a:lnTo>
                <a:lnTo>
                  <a:pt x="1329056" y="907134"/>
                </a:lnTo>
                <a:lnTo>
                  <a:pt x="0" y="90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6" t="0" r="-13" b="-1626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DAHNf-dPKpo</dc:identifier>
  <dcterms:modified xsi:type="dcterms:W3CDTF">2011-08-01T06:04:30Z</dcterms:modified>
  <cp:revision>1</cp:revision>
  <dc:title>Minimal Abstract Blue and White Certificate of Appreciation</dc:title>
</cp:coreProperties>
</file>